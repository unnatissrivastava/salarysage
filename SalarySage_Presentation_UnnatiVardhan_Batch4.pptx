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30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alarysage.onrender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unnatissrivastava/SalaryS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FFD6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3436620" cy="365760"/>
          </a:xfrm>
          <a:prstGeom prst="roundRect">
            <a:avLst>
              <a:gd name="adj" fmla="val 50000"/>
            </a:avLst>
          </a:prstGeom>
          <a:solidFill>
            <a:srgbClr val="1B1E25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5699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PBEL INTERNSHIP (BATCH 4) •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Prediction using Ensemble Learning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web application that predicts Data Science salaries using an ensemble of Random Forest, Gradient Boosting, and XGBoost — trained on real-world global salary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Unnati Srivastava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304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exists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0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ML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2304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data, what models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081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447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fits together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971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0" y="3081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3447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 is 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14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37360" y="4224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Walkthrough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web experience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14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0" y="4224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Access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hosted &amp; shared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5212080" cy="9601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57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737360" y="5367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Links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5733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Data Is Scattered &amp; Unreliable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0175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rely on informal forums, word-of-mouth, and outdated salary surveys.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429000" cy="30175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31720"/>
            <a:ext cx="502920" cy="50292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Self-reported numbers on public forums vary wildly and aren't verifiable.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29000" cy="30175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31720"/>
            <a:ext cx="502920" cy="50292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salary reports ignore experience level, location, and remote status.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candidates negotiate blind, and companies risk inconsistent, non-data-driven compensation decisions.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SalarySage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" cy="6858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data-driven salary predictor using real, structured salary records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4864" cy="6858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ML models (ensemble learning) for more robust predictions than any single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54864" cy="6858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862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it as an accessible, interactive web app — not just a notebook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54864" cy="6858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8463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live and shareable, so anyone can try it instantly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13716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468880" cy="13716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468880" cy="13716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32520" y="1920240"/>
            <a:ext cx="2468880" cy="13716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3252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Used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Year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Experience Level (Entry → Executive)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Employment Type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Title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Remote Ratio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5029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Location &amp; Size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— Data Science Job Salaries (2020–2025)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Behind the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931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594360"/>
          </a:xfrm>
          <a:prstGeom prst="rect">
            <a:avLst/>
          </a:prstGeom>
          <a:solidFill>
            <a:srgbClr val="1B1E25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Python 3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scikit-learn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XGBoost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3342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pandas / numpy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864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joblib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429000" cy="3931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920240"/>
            <a:ext cx="3429000" cy="594360"/>
          </a:xfrm>
          <a:prstGeom prst="rect">
            <a:avLst/>
          </a:prstGeom>
          <a:solidFill>
            <a:srgbClr val="1B1E25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9202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Flask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Jinja2 Templates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HTML5 / CSS3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43342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Custom Design System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429000" cy="3931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920240"/>
            <a:ext cx="3429000" cy="594360"/>
          </a:xfrm>
          <a:prstGeom prst="rect">
            <a:avLst/>
          </a:prstGeom>
          <a:solidFill>
            <a:srgbClr val="1B1E25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9202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Git &amp; GitHub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6676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Render (Hosting)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Gunicorn (WSGI)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39112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Encoding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56432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2464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9784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85816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3 Models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(RF, GB, XGB)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03136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76488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2520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49840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05872" y="2834640"/>
            <a:ext cx="1417320" cy="118872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51592" y="28803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Model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(.pkl)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Learning combines multiple models to reduce variance and improve prediction stability versus any single model alone.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Ensemble: Three Models, One Verdict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73152" cy="22860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Bagging-based. Builds many decorrelated decision trees and averages results — robust to overfitting.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20240"/>
            <a:ext cx="73152" cy="22860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Boosting-based. Builds trees sequentially, each correcting the errors of the last.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920240"/>
            <a:ext cx="73152" cy="22860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606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gradient boosting. Faster, regularized, and tuned for large tabular datasets.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1234440"/>
          </a:xfrm>
          <a:prstGeom prst="rect">
            <a:avLst/>
          </a:prstGeom>
          <a:solidFill>
            <a:srgbClr val="1B1E25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Voting Ensemble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the predictions of all three models, tuned further with GridSearchCV cross-validation to select the best-performing configuration.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a held-out 20% test split using three complementary error metrics: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dollar-value miss per prediction — easy to interpret.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514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Squared Error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611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Penalizes larger errors more — highlights big misses.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377440"/>
            <a:ext cx="3429000" cy="228600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514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R-Squared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3611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salary variance explained by the model (closer to 1 = better).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tuned ensemble outperformed each individual base model, giving the most stable predictions across experience levels and regions.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6676" y="2377440"/>
            <a:ext cx="2286000" cy="109728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6676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(Browser)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22676" y="23774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79876" y="2377440"/>
            <a:ext cx="2286000" cy="1097280"/>
          </a:xfrm>
          <a:prstGeom prst="rect">
            <a:avLst/>
          </a:prstGeom>
          <a:solidFill>
            <a:srgbClr val="14161B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9876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(app.py)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65876" y="23774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3076" y="2377440"/>
            <a:ext cx="2286000" cy="109728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3076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(salary_model.pkl)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09076" y="23774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66276" y="2377440"/>
            <a:ext cx="2286000" cy="1097280"/>
          </a:xfrm>
          <a:prstGeom prst="rect">
            <a:avLst/>
          </a:prstGeom>
          <a:solidFill>
            <a:srgbClr val="14161B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6276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fills out the prediction form (experience, role, location, etc.)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Flask receives the form via POST and encodes inputs to match training format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saved model (.pkl) generates a salary prediction in real 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 is converted to the chosen currency and rendered back to the browser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Walkthrough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9202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457200"/>
          </a:xfrm>
          <a:prstGeom prst="rect">
            <a:avLst/>
          </a:prstGeom>
          <a:solidFill>
            <a:srgbClr val="1B1E2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the product, key stats (models, currencies, data points), and CTA to start predicting.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19202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20240"/>
            <a:ext cx="3429000" cy="457200"/>
          </a:xfrm>
          <a:prstGeom prst="rect">
            <a:avLst/>
          </a:prstGeom>
          <a:solidFill>
            <a:srgbClr val="1B1E25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form — experience, role, location, remote ratio, company size, currency.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19202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920240"/>
            <a:ext cx="3429000" cy="457200"/>
          </a:xfrm>
          <a:prstGeom prst="rect">
            <a:avLst/>
          </a:prstGeom>
          <a:solidFill>
            <a:srgbClr val="1B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salary estimate, shown in the user's chosen currency.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429000" cy="19202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69080"/>
            <a:ext cx="3429000" cy="457200"/>
          </a:xfrm>
          <a:prstGeom prst="rect">
            <a:avLst/>
          </a:prstGeom>
          <a:solidFill>
            <a:srgbClr val="1B1E2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timeline showing salary growth from Entry to Executive level.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429000" cy="19202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4069080"/>
            <a:ext cx="3429000" cy="457200"/>
          </a:xfrm>
          <a:prstGeom prst="rect">
            <a:avLst/>
          </a:prstGeom>
          <a:solidFill>
            <a:srgbClr val="1B1E25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69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6177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credits and links back to GitHub.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uses a premium, fintech-inspired dark theme — evoking trust, precision, and technical credibility.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468880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#F7931A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Accent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468880"/>
            <a:ext cx="246888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#EA580C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Accent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468880" cy="1005840"/>
          </a:xfrm>
          <a:prstGeom prst="rect">
            <a:avLst/>
          </a:prstGeom>
          <a:solidFill>
            <a:srgbClr val="FFD600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#FFD600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/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32520" y="2468880"/>
            <a:ext cx="2468880" cy="100584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#14161B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32520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— Space Grotesk     Body — Inter     Data / Labels — JetBrains Mono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elements: gradient headline text, glowing borders on hover, pill-shaped buttons, and a subtle animated grid background.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Code to Live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2377440"/>
            <a:ext cx="1874520" cy="114300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42616" y="2377440"/>
            <a:ext cx="320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62656" y="2377440"/>
            <a:ext cx="1874520" cy="114300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Push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37176" y="2377440"/>
            <a:ext cx="320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57216" y="2377440"/>
            <a:ext cx="1874520" cy="114300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31736" y="2377440"/>
            <a:ext cx="320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51776" y="2377440"/>
            <a:ext cx="1874520" cy="114300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51776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 Build)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26296" y="2377440"/>
            <a:ext cx="320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46336" y="2377440"/>
            <a:ext cx="1874520" cy="1143000"/>
          </a:xfrm>
          <a:prstGeom prst="rect">
            <a:avLst/>
          </a:prstGeom>
          <a:solidFill>
            <a:srgbClr val="14161B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6336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Public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4023360"/>
            <a:ext cx="9418320" cy="173736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Details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Hosted on Render (free tier) using Gunicorn as the production WSGI server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37360" y="50292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Auto-deploys on every push to the main branch — zero manual redeployment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737360" y="53949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URL accessible from any device, no login or setup required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645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411480" cy="41148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Job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14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Data Science to more industries and roles.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1645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Trend Charts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514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how salaries shift year-over-year by role and region.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12080" cy="1645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041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History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save and revisit past predictions with accounts.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1645920"/>
          </a:xfrm>
          <a:prstGeom prst="rect">
            <a:avLst/>
          </a:prstGeom>
          <a:solidFill>
            <a:srgbClr val="14161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14800"/>
            <a:ext cx="411480" cy="411480"/>
          </a:xfrm>
          <a:prstGeom prst="ellipse">
            <a:avLst/>
          </a:prstGeom>
          <a:solidFill>
            <a:srgbClr val="1B1E25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041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4434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predictions via a REST endpoint for external integrations.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F793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FFD6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7498080" cy="914400"/>
          </a:xfrm>
          <a:prstGeom prst="rect">
            <a:avLst/>
          </a:prstGeom>
          <a:solidFill>
            <a:srgbClr val="14161B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914400" y="3703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salarysage.onrender.com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7498080" cy="914400"/>
          </a:xfrm>
          <a:prstGeom prst="rect">
            <a:avLst/>
          </a:prstGeom>
          <a:solidFill>
            <a:srgbClr val="14161B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1" name="Text 9">
            <a:hlinkClick r:id="rId4"/>
          </p:cNvPr>
          <p:cNvSpPr/>
          <p:nvPr/>
        </p:nvSpPr>
        <p:spPr>
          <a:xfrm>
            <a:off x="914400" y="48006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u="sng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github.com/unnatissrivastava/SalarySage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Unnati Srivastava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991</Words>
  <Application>Microsoft Office PowerPoint</Application>
  <PresentationFormat>Widescreen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unnati.srivastava66@gmail.com</cp:lastModifiedBy>
  <cp:revision>2</cp:revision>
  <dcterms:created xsi:type="dcterms:W3CDTF">2026-07-17T06:08:43Z</dcterms:created>
  <dcterms:modified xsi:type="dcterms:W3CDTF">2026-07-19T10:59:11Z</dcterms:modified>
</cp:coreProperties>
</file>